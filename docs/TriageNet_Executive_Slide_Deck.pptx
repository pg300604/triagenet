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692079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Executive Vision &amp; Golden Hour Crisis</a:t>
            </a:r>
          </a:p>
          <a:p>
            <a:r>
              <a:t>- Project: TriageNet v1.3.0 (Autonomous Statewide Trauma Care &amp; Routing Engine)</a:t>
            </a:r>
          </a:p>
          <a:p>
            <a:r>
              <a:t>- Context: Jharkhand, India (24 administrative districts, 39 million citizens).</a:t>
            </a:r>
          </a:p>
          <a:p>
            <a:r>
              <a:t>- The Problem: Trauma mortality peaks in the first 60 minutes (the Golden Hour). 54% of rural/tribal trauma deaths stem from 'The Secondary Transfer Trap' - ambulances taking polytrauma patients to clinics lacking CT scanners, blood banks, or neurosurgeons, forcing fatal secondary transfers.</a:t>
            </a:r>
          </a:p>
          <a:p>
            <a:r>
              <a:t>- The Solution: Autonomous multi-criteria routing, Kuhn-Munkres bipartite hospital allocation, and ITMS 108 Green Wave traffic signal preemption.</a:t>
            </a:r>
          </a:p>
          <a:p>
            <a:r>
              <a:t>- Live Links: Live Web Console at triagenet-frontend.onrender.com, Citizen Emergency Portal, and GitHub v1.3.0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Enterprise Distributed Architecture &amp; Multi-Container Topology</a:t>
            </a:r>
          </a:p>
          <a:p>
            <a:r>
              <a:t>- Architecture: Dual-Bus reactive streaming infrastructure.</a:t>
            </a:r>
          </a:p>
          <a:p>
            <a:r>
              <a:t>- Telemetry Bus: Redis 7.2 In-Memory Pub/Sub processing ambulance GPS coordinates and vitals at &gt;15,000 messages/sec.</a:t>
            </a:r>
          </a:p>
          <a:p>
            <a:r>
              <a:t>- Application Layer: Spring Boot 3.3.13 API Core (Java 17 LTS, Project Loom Virtual Threads) with Server-Sent Events (SSE).</a:t>
            </a:r>
          </a:p>
          <a:p>
            <a:r>
              <a:t>- Spatial Database: PostgreSQL 16 + PostGIS 3.4 using ST_DWithin() and GIST R-tree spatial geometry indexing.</a:t>
            </a:r>
          </a:p>
          <a:p>
            <a:r>
              <a:t>- Edge Proxy: Nginx Alpine handling SSL termination, HTTP/2 proxying, and rate-limiting (100 req/min per IP).</a:t>
            </a:r>
          </a:p>
          <a:p>
            <a:r>
              <a:t>- Reliability: 100% offline-capable inside state intranet nodes with zero external black-box solver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The 4 Hand-Implemented Core Algorithmic Engines</a:t>
            </a:r>
          </a:p>
          <a:p>
            <a:r>
              <a:t>- Engine 1 (SeverityScorer.java): Dynamic Sigmoid Acuity Scorer in O(1). Calculates S(v, c, t) using GCS (3-15), Shock Index (HR / SBP), SpO2 hypoxia, and dynamic time decay lambda*delta_t.</a:t>
            </a:r>
          </a:p>
          <a:p>
            <a:r>
              <a:t>- Engine 2 (HungarianMatcher.java): Bipartite Kuhn-Munkres cost matrix minimization in O(n^3). Matches n incoming patients to m hospitals based on distance, surgical capabilities, and real-time bed queues in 3.80 ms.</a:t>
            </a:r>
          </a:p>
          <a:p>
            <a:r>
              <a:t>- Engine 3 (DijkstraRouter.java): Multi-weighted shortest path on 24-district highway graph in O((V+E) log V). Features ITMS 108 corridor green-wave preemption.</a:t>
            </a:r>
          </a:p>
          <a:p>
            <a:r>
              <a:t>- Engine 4 (TriageQueueService.java): Binary Max-Heap priority queue in O(log n). Dynamically escalates priority keys as patient vitals decay in transit, with aging anti-starvation.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Statewide Arterial Highway Network &amp; ITMS 108 Green Wave</a:t>
            </a:r>
          </a:p>
          <a:p>
            <a:r>
              <a:t>- Topology: Full graph across Jharkhand's 24 districts connecting Ranchi, Jamshedpur, Dhanbad, Bokaro, Deoghar, Hazaribagh, Dumka, Chaibasa, Palamu, etc.</a:t>
            </a:r>
          </a:p>
          <a:p>
            <a:r>
              <a:t>- Corridors: NH-33 (Industrial Spine), NH-20 (Central Corridor), NH-18/NH-32 (Coal Belt), NH-39 (Western Belt), NH-43 (Southern Belt).</a:t>
            </a:r>
          </a:p>
          <a:p>
            <a:r>
              <a:t>- ITMS Green Wave Protocol: For Category RED ambulances, upcoming signalized intersections are pre-emptively locked to green 45s ahead of arrival, cutting urban delays by 28% to 34%.</a:t>
            </a:r>
          </a:p>
          <a:p>
            <a:r>
              <a:t>- Offline Fallback: Embedded deterministic GeoJSON road graph with Haversine distance calculations ensures continuous routing even with zero cellular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Production Web Command Console &amp; Clinical Workflows</a:t>
            </a:r>
          </a:p>
          <a:p>
            <a:r>
              <a:t>- Tech Stack: Next.js 16, React 19, TypeScript 5, Tailwind CSS, Leaflet GIS.</a:t>
            </a:r>
          </a:p>
          <a:p>
            <a:r>
              <a:t>- Panel A: Real-Time Command Analytics &amp; Bed Occupancy Dashboard with statewide KPI cards and 24-district incident cluster heatmaps.</a:t>
            </a:r>
          </a:p>
          <a:p>
            <a:r>
              <a:t>- Panel B: Clinical Acuity Sliders &amp; Physiological Parameter Scoring with real-time recalculation of GCS, BP, HR, RR, and SpO2.</a:t>
            </a:r>
          </a:p>
          <a:p>
            <a:r>
              <a:t>- Panel C: Dynamic Priority Max-Heap Queue Monitor with live patient rank, arrival ETA, and automated preemption alerts.</a:t>
            </a:r>
          </a:p>
          <a:p>
            <a:r>
              <a:t>- Panel D: Specialist Doctor On-Call Roster showing real-time surgeon availability (In Surgery / Ready / On Call) for Hungarian Matcher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3-Tier Clinical Safety, Dual-Key Overrides &amp; Security Governance</a:t>
            </a:r>
          </a:p>
          <a:p>
            <a:r>
              <a:t>- Tier 1: Deterministic Safety Guardrails. Machine learning models are constrained by strict rules (e.g. GCS &lt; 8 or Shock Index &gt; 1.0 unconditionally forces Category RED).</a:t>
            </a:r>
          </a:p>
          <a:p>
            <a:r>
              <a:t>- Tier 2: Dual-Key Administrative Contingency Grants. Disaster bed expansions in mass-casualty events require simultaneous cryptographic signatures from the Medical Superintendent AND District Magistrate (DM).</a:t>
            </a:r>
          </a:p>
          <a:p>
            <a:r>
              <a:t>- Tier 3: Immutable AI CDS Audit Trail &amp; ABDM Verification. SHA-256 tamper-evident logging of all automated recommendations vs clinician actions, integrated with Aadhaar/ABDM biometric staff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Field Paramedic Mobile Companion Suite (Android &amp; iOS)</a:t>
            </a:r>
          </a:p>
          <a:p>
            <a:r>
              <a:t>- Architecture: Offline-first Mobile PWA with local SQLite buffering for cellular dead-zones.</a:t>
            </a:r>
          </a:p>
          <a:p>
            <a:r>
              <a:t>- Screen 1: District CMO Governance Console for inter-hospital transfer authorizations and emergency contingency disaster funding.</a:t>
            </a:r>
          </a:p>
          <a:p>
            <a:r>
              <a:t>- Screen 2: Rapid ED Patient Intake Modal for one-tap emergency triage desk admission and instant priority queue injection.</a:t>
            </a:r>
          </a:p>
          <a:p>
            <a:r>
              <a:t>- Screen 3: 108 Paramedic Field Triage &amp; ITMS Green Wave HUD featuring real-time GPS tracking along NH-33 collision zones, vital sign entry, and one-touch green wave siren preemption.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Benchmarks, Security Hardening &amp; Live Cloud Sandbox Access</a:t>
            </a:r>
          </a:p>
          <a:p>
            <a:r>
              <a:t>- Stress Benchmarks: 10,000 vital telemetry updates/sec sustained with zero packet drop.</a:t>
            </a:r>
          </a:p>
          <a:p>
            <a:r>
              <a:t>- Measured P99 Latency: Severity scoring 1.42 us, Hungarian matching 3.80 ms, Dijkstra statewide routing 8.10 ms.</a:t>
            </a:r>
          </a:p>
          <a:p>
            <a:r>
              <a:t>- Security: OWASP Top 10 hardened, stateless HMAC-SHA256 JWT tokens, PostgreSQL Row-Level Security (RLS).</a:t>
            </a:r>
          </a:p>
          <a:p>
            <a:r>
              <a:t>- Live Access QR Codes: Scannable links to Live Web Console (Guest Sandbox), Citizen Emergency Portal, Swagger UI OpenAPI 3.0, and GitHub v1.3.0 Release.</a:t>
            </a:r>
          </a:p>
          <a:p>
            <a:r>
              <a:t>- Author: Priyanshu Ghosh, CSBS '27, Asansol Engineering College. Open to SDE Internships in backend distributed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75602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7560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7560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7560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75602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7560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75602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79" cy="75602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